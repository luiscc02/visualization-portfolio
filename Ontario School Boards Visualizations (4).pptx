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hundredPercentStackedAreaChart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stackedAreaChart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hundredPercentStackedAreaChart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3f9b0eeb-a76f-4f04-ba75-99c4d4dd6c48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efa1370bf90e48fd" /><Relationship Type="http://schemas.openxmlformats.org/officeDocument/2006/relationships/slideLayout" Target="/ppt/slideLayouts/slideLayout8.xml" Id="R97ae5b3a1e5e448f" /><Relationship Type="http://schemas.openxmlformats.org/officeDocument/2006/relationships/hyperlink" Target="https://app.powerbi.com/groups/me/reports/3f9b0eeb-a76f-4f04-ba75-99c4d4dd6c48/?pbi_source=PowerPoint" TargetMode="External" Id="RelId0" /><Relationship Type="http://schemas.openxmlformats.org/officeDocument/2006/relationships/image" Target="/ppt/media/image4.png" Id="imgId924045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bac19310b2804a92" /><Relationship Type="http://schemas.openxmlformats.org/officeDocument/2006/relationships/slideLayout" Target="/ppt/slideLayouts/slideLayout8.xml" Id="R8b10a473af564a04" /><Relationship Type="http://schemas.openxmlformats.org/officeDocument/2006/relationships/hyperlink" Target="https://app.powerbi.com/groups/me/reports/3f9b0eeb-a76f-4f04-ba75-99c4d4dd6c48/?pbi_source=PowerPoint" TargetMode="External" Id="RelId1" /><Relationship Type="http://schemas.openxmlformats.org/officeDocument/2006/relationships/image" Target="/ppt/media/image5.png" Id="imgId924720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ee1182be8d174091" /><Relationship Type="http://schemas.openxmlformats.org/officeDocument/2006/relationships/slideLayout" Target="/ppt/slideLayouts/slideLayout8.xml" Id="R6a22d8e9f5104086" /><Relationship Type="http://schemas.openxmlformats.org/officeDocument/2006/relationships/hyperlink" Target="https://app.powerbi.com/groups/me/reports/3f9b0eeb-a76f-4f04-ba75-99c4d4dd6c48/?pbi_source=PowerPoint" TargetMode="External" Id="RelId2" /><Relationship Type="http://schemas.openxmlformats.org/officeDocument/2006/relationships/image" Target="/ppt/media/image6.png" Id="imgId924720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f9ac4236eba94b59" /><Relationship Type="http://schemas.openxmlformats.org/officeDocument/2006/relationships/slideLayout" Target="/ppt/slideLayouts/slideLayout8.xml" Id="R7aa22588fd774762" /><Relationship Type="http://schemas.openxmlformats.org/officeDocument/2006/relationships/hyperlink" Target="https://app.powerbi.com/groups/me/reports/3f9b0eeb-a76f-4f04-ba75-99c4d4dd6c48/?pbi_source=PowerPoint" TargetMode="External" Id="RelId3" /><Relationship Type="http://schemas.openxmlformats.org/officeDocument/2006/relationships/image" Target="/ppt/media/image7.png" Id="imgId924787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9ee976cd265843a0" /><Relationship Type="http://schemas.openxmlformats.org/officeDocument/2006/relationships/slideLayout" Target="/ppt/slideLayouts/slideLayout8.xml" Id="R415bd5d7a4cf4eca" /><Relationship Type="http://schemas.openxmlformats.org/officeDocument/2006/relationships/hyperlink" Target="https://app.powerbi.com/groups/me/reports/3f9b0eeb-a76f-4f04-ba75-99c4d4dd6c48/?pbi_source=PowerPoint" TargetMode="External" Id="RelId4" /><Relationship Type="http://schemas.openxmlformats.org/officeDocument/2006/relationships/image" Target="/ppt/media/image8.png" Id="imgId924787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c34c2e21410a42ea" /><Relationship Type="http://schemas.openxmlformats.org/officeDocument/2006/relationships/slideLayout" Target="/ppt/slideLayouts/slideLayout8.xml" Id="Rd9d1e49a01fd4b35" /><Relationship Type="http://schemas.openxmlformats.org/officeDocument/2006/relationships/hyperlink" Target="https://app.powerbi.com/groups/me/reports/3f9b0eeb-a76f-4f04-ba75-99c4d4dd6c48/?pbi_source=PowerPoint" TargetMode="External" Id="RelId5" /><Relationship Type="http://schemas.openxmlformats.org/officeDocument/2006/relationships/image" Target="/ppt/media/image9.png" Id="imgId92478757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Ontario School Boards Visualizations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2024-06-21 7:16:54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2024-06-21 11:23:57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Chart ,lineChart ,lineChart ,lineChart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9240451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Chart ,hundredPercentStackedAreaChart ,stackedAreaChart ,hundredPercentStackedAreaChart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9247206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2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ineChart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9247206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3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treemap ,slicer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9247875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4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lusteredBarChart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924787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5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treemap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924787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6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